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Hotel Review Sentiment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Final Capstone Project 3</a:t>
            </a:r>
          </a:p>
          <a:p>
            <a:r>
              <a:t>Using NLP and Machine Learning</a:t>
            </a:r>
          </a:p>
          <a:p>
            <a:r>
              <a:t>Dr. Ashima Malik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Sentiment Analysis is a Natural Language Processing (NLP) task.</a:t>
            </a:r>
          </a:p>
          <a:p>
            <a:pPr algn="l"/>
            <a:r>
              <a:t>It helps classify reviews into Positive or Negative sentiment.</a:t>
            </a:r>
          </a:p>
          <a:p>
            <a:pPr algn="l"/>
            <a:r>
              <a:t>Used widely in hotels, e-commerce, and social media analysis.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Large numbers of hotel reviews are difficult to analyze manually.</a:t>
            </a:r>
          </a:p>
          <a:p>
            <a:pPr algn="l"/>
            <a:r>
              <a:t>Need an automated system to classify customer feedback.</a:t>
            </a:r>
          </a:p>
          <a:p>
            <a:pPr algn="l"/>
            <a:r>
              <a:t>Helps improve customer satisfaction and decision-making.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Perform sentiment analysis on hotel reviews.</a:t>
            </a:r>
          </a:p>
          <a:p>
            <a:pPr algn="l"/>
            <a:r>
              <a:t>Build ML models for sentiment prediction.</a:t>
            </a:r>
          </a:p>
          <a:p>
            <a:pPr algn="l"/>
            <a:r>
              <a:t>Deploy a real-time prediction web app using Streamlit.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Dataset: Hotel_Reviews.csv</a:t>
            </a:r>
          </a:p>
          <a:p>
            <a:pPr algn="l"/>
            <a:r>
              <a:t>Rows: 515,738</a:t>
            </a:r>
          </a:p>
          <a:p>
            <a:pPr algn="l"/>
            <a:r>
              <a:t>Contains positive reviews, negative reviews, reviewer scores, and hotel details.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Python</a:t>
            </a:r>
          </a:p>
          <a:p>
            <a:pPr algn="l"/>
            <a:r>
              <a:t>Pandas &amp; NumPy</a:t>
            </a:r>
          </a:p>
          <a:p>
            <a:pPr algn="l"/>
            <a:r>
              <a:t>Scikit-learn</a:t>
            </a:r>
          </a:p>
          <a:p>
            <a:pPr algn="l"/>
            <a:r>
              <a:t>NLTK</a:t>
            </a:r>
          </a:p>
          <a:p>
            <a:pPr algn="l"/>
            <a:r>
              <a:t>Streamlit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Data Collection</a:t>
            </a:r>
          </a:p>
          <a:p>
            <a:pPr algn="l"/>
            <a:r>
              <a:t>Data Cleaning</a:t>
            </a:r>
          </a:p>
          <a:p>
            <a:pPr algn="l"/>
            <a:r>
              <a:t>Text Preprocessing</a:t>
            </a:r>
          </a:p>
          <a:p>
            <a:pPr algn="l"/>
            <a:r>
              <a:t>TF-IDF Vectorization</a:t>
            </a:r>
          </a:p>
          <a:p>
            <a:pPr algn="l"/>
            <a:r>
              <a:t>Model Training &amp; Evaluation</a:t>
            </a:r>
          </a:p>
          <a:p>
            <a:pPr algn="l"/>
            <a:r>
              <a:t>Deployment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Combined positive and negative reviews.</a:t>
            </a:r>
          </a:p>
          <a:p>
            <a:pPr algn="l"/>
            <a:r>
              <a:t>Removed unnecessary columns.</a:t>
            </a:r>
          </a:p>
          <a:p>
            <a:pPr algn="l"/>
            <a:r>
              <a:t>Created sentiment labels based on reviewer score.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Text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Lowercase conversion</a:t>
            </a:r>
          </a:p>
          <a:p>
            <a:pPr algn="l"/>
            <a:r>
              <a:t>Stopword removal</a:t>
            </a:r>
          </a:p>
          <a:p>
            <a:pPr algn="l"/>
            <a:r>
              <a:t>Punctuation removal</a:t>
            </a:r>
          </a:p>
          <a:p>
            <a:pPr algn="l"/>
            <a:r>
              <a:t>Stemming using PorterStemmer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Extraction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Used TF-IDF Vectorization.</a:t>
            </a:r>
          </a:p>
          <a:p>
            <a:pPr algn="l"/>
            <a:r>
              <a:t>Converted text into numerical format.</a:t>
            </a:r>
          </a:p>
          <a:p>
            <a:pPr algn="l"/>
            <a:r>
              <a:t>Selected top 5000 features.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Logistic Regression</a:t>
            </a:r>
          </a:p>
          <a:p>
            <a:pPr algn="l"/>
            <a:r>
              <a:t>Naive Bayes</a:t>
            </a:r>
          </a:p>
          <a:p>
            <a:pPr algn="l"/>
            <a:r>
              <a:t>Model comparison performed using accuracy metrics.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Logistic Regression Accuracy: 87.9%</a:t>
            </a:r>
          </a:p>
          <a:p>
            <a:pPr algn="l"/>
            <a:r>
              <a:t>Naive Bayes Accuracy: 86.5%</a:t>
            </a:r>
          </a:p>
          <a:p>
            <a:pPr algn="l"/>
            <a:r>
              <a:t>Logistic Regression selected as final model.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Confusion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Model showed strong prediction performance.</a:t>
            </a:r>
          </a:p>
          <a:p>
            <a:pPr algn="l"/>
            <a:r>
              <a:t>Positive reviews classified accurately.</a:t>
            </a:r>
          </a:p>
          <a:p>
            <a:pPr algn="l"/>
            <a:r>
              <a:t>Balanced Logistic Regression improved performance.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Streamlit Web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Developed a real-time sentiment prediction web app.</a:t>
            </a:r>
          </a:p>
          <a:p>
            <a:pPr algn="l"/>
            <a:r>
              <a:t>User enters hotel review text.</a:t>
            </a:r>
          </a:p>
          <a:p>
            <a:pPr algn="l"/>
            <a:r>
              <a:t>App predicts Positive or Negative sentiment instantly.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GitHub and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GitHub Repository uploaded successfully.</a:t>
            </a:r>
          </a:p>
          <a:p>
            <a:pPr algn="l"/>
            <a:r>
              <a:t>Streamlit Cloud deployment completed.</a:t>
            </a:r>
          </a:p>
          <a:p>
            <a:pPr algn="l"/>
            <a:r>
              <a:t>Project accessible publicly online.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Use Deep Learning models like LSTM/BERT.</a:t>
            </a:r>
          </a:p>
          <a:p>
            <a:pPr algn="l"/>
            <a:r>
              <a:t>Add multilingual sentiment analysis.</a:t>
            </a:r>
          </a:p>
          <a:p>
            <a:pPr algn="l"/>
            <a:r>
              <a:t>Integrate recommendation systems.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Successfully developed an NLP-based sentiment analysis system.</a:t>
            </a:r>
          </a:p>
          <a:p>
            <a:pPr algn="l"/>
            <a:r>
              <a:t>Achieved high prediction accuracy.</a:t>
            </a:r>
          </a:p>
          <a:p>
            <a:pPr algn="l"/>
            <a:r>
              <a:t>Project demonstrates practical Machine Learning deployment.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Questions and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